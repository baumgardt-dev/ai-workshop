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72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19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56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1905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905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097280" y="960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1E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001E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1E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858000" y="960120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001E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229600" y="960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1E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KI-Workshop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ÖPNV-Marketing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6576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· Pain Points · Lösungen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   ·   Moderation: Jonas Imping (Splintnet)   ·   Baumgardt Consultants, Berlin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heute zusammen tun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11480" y="160020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Kurz-Vortrag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8470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KI 2026? Was ist neu, was ist Werkzeug, was ist Hype.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24028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11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194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487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in Produktion, Mail→Tabelle, Live SVG-Generierung, Tools zum Selbst-Probieren.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114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Dialog: Pain Points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272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verbrennt ihr Zeit? Was nervt, was wiederholt sich, was geht oft schief?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52044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114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474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Lösungsvorschläge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7673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Tools und Workflows zu euren Themen.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4160520"/>
            <a:ext cx="457200" cy="45720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114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114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44074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Take-aways, Q&amp;A, nächste Schritte.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0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Versprechen für heute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8412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73152" cy="86868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40080" y="170992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basteln im Live-Betrieb.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kenne euer Tagesgeschäft nicht im Detail. Sobald ihr konkrete Probleme nennt, suchen wir gemeinsam live nach Lösungen — manche werden sitzen, manche nicht. Beides ist wertvoll.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73152" cy="8686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0080" y="27157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 statt abstrakt.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reden nicht über „KI im Allgemeinen“, sondern über echte Praxisexperimente und Best-Practice-Herangehensweisen.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73152" cy="86868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40080" y="3721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seid die Expert:innen.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kenne KI. Ihr kennt euer Tagesgeschäft. Beste Lösungen entstehen, wenn beides aufeinandertrifft.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114800" y="1298448"/>
            <a:ext cx="146304" cy="146304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0292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KI 2026?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Dinge, die ihr wissen solltet — bevor wir über Werkzeuge reden.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 · KI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ist (heute) ein sehr guter Praktikant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Schnell, breit gebildet, schreibt fließend in 30 Sprachen, arbeitet rund um die Uhr — aber: kennt euren Auftraggeber nicht, lügt manchmal selbstbewusst, vergisst alles nach dem Gespräch.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023360" cy="24231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9572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2377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sehr gut kann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2788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umformulieren, übersetzen, kürzen, anpassen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und PDFs lesen, daraus extrahieren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und Icons generieren oder bearbeiten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und Skripte schreiben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Strukturieren, sortieren, vergleichen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2286000"/>
            <a:ext cx="4206240" cy="24231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39572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2377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KI gerne danebenliegt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709160" y="278892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Genaue Daten erfinden (Adressen, Datum, Linien)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Fahrpläne kennen ohne Quelle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internen Kunden-Konventionen treffen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 millimetergenau platzieren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Vertrauliches gehört nicht in Public-Tools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 · KI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sich 2025/26 wirklich verändert hat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11480" y="160934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19072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5910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Längeres Gedächtnis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18836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können ganze Aushang-Serien, Briefings oder Auftraggeber-Styleguides als Kontext halten — nicht nur einzelne Sätze.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" y="238658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963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68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 benutzen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43000" y="2660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ruft Tools selbst auf: liest CSVs, ruft Daten aus eurem Drive ab, schreibt Dateien. Keine Copy/Paste-Akrobatik mehr.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316382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7355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1455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im Workflow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43000" y="343814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Adobe, Office, Browser, Editor — KI sitzt da, wo ihr ohnehin arbeitet. Kein Aufruf einer extra Web-App nötig.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11480" y="3941064"/>
            <a:ext cx="548640" cy="548640"/>
          </a:xfrm>
          <a:prstGeom prst="ellipse">
            <a:avLst/>
          </a:prstGeom>
          <a:solidFill>
            <a:srgbClr val="F4F6F9"/>
          </a:solidFill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05079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9227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Privater Einsatz möglich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143000" y="42153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Business-Konten + lokale Modelle: Auftraggeberdaten müssen nicht mehr ins Public-Web.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1 · KI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Datenschutz: Auftraggeberdaten gehören geschützt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Was nicht in eine öffentliche E-Mail dürfte, gehört auch nicht in einen Gratis-Chatbot.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79806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2798064" cy="45720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11480" y="2121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Eher unkritisch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Allgemeine Texte umformulieren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Fahrpläne / GTFS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Skripte, Mockups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ohne Personen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103120"/>
            <a:ext cx="279806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200400" y="2103120"/>
            <a:ext cx="2798064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246120" y="2121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Vorsicht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6974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Briefings ohne Namen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Adressdaten (mit Maske)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Layout-Mockups mit Logos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Diskussionsentwürfe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79806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035040" y="2103120"/>
            <a:ext cx="2798064" cy="45720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080760" y="2121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 für Public-Tools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26974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Unveröffentlichte Konzepte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Vertragsdetails / Honorare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Personenbezogene Listen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NDA-Daten der Auftraggeber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22860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0" y="1298448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4572000" y="1298448"/>
            <a:ext cx="146304" cy="146304"/>
          </a:xfrm>
          <a:prstGeom prst="ellipse">
            <a:avLst/>
          </a:prstGeom>
          <a:solidFill>
            <a:srgbClr val="E6331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86400" y="1298448"/>
            <a:ext cx="146304" cy="14630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8580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Demos aus eurer Welt: SEV-Texte, Excel-Daten, Übersetzungen, Bilder, Custom-Tools.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— was 2026 produktiv läuft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zwei Jahren noch Demo. Heute liest, schreibt, validiert, antwortet KI selbstständig — mit eurer Aufsicht.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2798064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2798064" cy="64008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18928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Mail-Draft-Agent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0352" y="25603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Posteingang, draftet Antworten in deinem Stil — du klickst ‚Senden' oder bearbeitest.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0352" y="3611880"/>
            <a:ext cx="247802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530352" y="370332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0352" y="388620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Auftraggeber-Anfragen werden vorsortiert, Standardantworten draften sich selbst.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0" y="1783080"/>
            <a:ext cx="2798064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3200400" y="1783080"/>
            <a:ext cx="2798064" cy="6400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92024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18928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Datenaufnahme-Bot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364992" y="25603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Nimmt strukturierte Daten an, validiert, schreibt in DB, fragt bei Lücken nach.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364992" y="3611880"/>
            <a:ext cx="247802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2"/>
          <p:cNvSpPr/>
          <p:nvPr/>
        </p:nvSpPr>
        <p:spPr>
          <a:xfrm>
            <a:off x="3364992" y="370332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64992" y="388620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neue Haltestelle wird gemeldet → Bot prüft Schreibweise, ergänzt Koordinaten, legt Eintrag an.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035040" y="1783080"/>
            <a:ext cx="2798064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6035040" y="1783080"/>
            <a:ext cx="2798064" cy="64008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2024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75120" y="18928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Kommunikations-Assistent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199632" y="25603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Slack/Mail-Threads, fasst zusammen, draftet Status-Reports und To-Do-Listen.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199632" y="3611880"/>
            <a:ext cx="247802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9"/>
          <p:cNvSpPr/>
          <p:nvPr/>
        </p:nvSpPr>
        <p:spPr>
          <a:xfrm>
            <a:off x="6199632" y="370332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199632" y="388620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vor jedem Meeting eine 5-Zeilen-Zusammenfassung des letzten Stands.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Mail oder Liste → Tabelle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Anfrage-Mails, Excel-Listen, PDFs — Eingabe rein, strukturierte Tabelle raus. Copy/Paste-Schluss.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4114800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" y="1801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2860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lesen, Liniennummern raussuchen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öffnen, Spalten anlegen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Hex-Farben einzeln rauskopieren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Kunde Schriftart nachschlagen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in IDs bleiben drin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Nachtrag beginnt das Ganze von vorn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783080"/>
            <a:ext cx="4114800" cy="29260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00600" y="1801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Claude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2860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Anfrage-Mail per Drag &amp; Drop reinziehen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„Erstelle CSV: Linie / Hex / Kunde / Schrift“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Liniennummern aus der PDF fehlen in der Liste?“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„Sortiere nach Kunde und prüfe Hex-Codes“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„Wandle Hex in HSL und liste je Kunde auf“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+ Tabelle + CSV-Export — alles in Sekunden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50 Liniensignets in 60 Sekunden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rein — fertige SVG-Signets raus. Drop ins Illustrator, fertig.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4114800" cy="2377440"/>
          </a:xfrm>
          <a:prstGeom prst="rect">
            <a:avLst/>
          </a:prstGeom>
          <a:solidFill>
            <a:srgbClr val="0E1A2E"/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92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· 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Linie,Hex,Kunde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151,#EAA000,Vestische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153,#1F6FB2,Vestische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188,#C8102E,Vestische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611,#009639,SWB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612,#F5A800,SWB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631,#704CA2,SWB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 (insgesamt 50 Zeilen)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Claude-Prompt:  „Generiere aus dieser CSV 50 SVG-Liniensignets. Rechteck 30 px hoch, Breite variabel, Hintergrundfarbe aus Hex, Liniennummer weiß zentriert. Pro Kunde-Schrift: Vestische → Frutiger, SWB → Arial. Liefere als ZIP.“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114800" cy="2377440"/>
          </a:xfrm>
          <a:prstGeom prst="rect">
            <a:avLst/>
          </a:prstGeom>
          <a:solidFill>
            <a:srgbClr val="0A2E1A"/>
          </a:solidFill>
          <a:ln w="12700">
            <a:solidFill>
              <a:srgbClr val="0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E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50 SVGs als ZIP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731520" cy="292608"/>
          </a:xfrm>
          <a:prstGeom prst="rect">
            <a:avLst/>
          </a:prstGeom>
          <a:solidFill>
            <a:srgbClr val="EAA000"/>
          </a:solidFill>
          <a:ln w="12700">
            <a:solidFill>
              <a:srgbClr val="EAA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286000"/>
            <a:ext cx="731520" cy="29260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2286000"/>
            <a:ext cx="73152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40664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731520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46320" y="2788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2788920"/>
            <a:ext cx="731520" cy="292608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126480" y="2788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2788920"/>
            <a:ext cx="731520" cy="292608"/>
          </a:xfrm>
          <a:prstGeom prst="rect">
            <a:avLst/>
          </a:prstGeom>
          <a:solidFill>
            <a:srgbClr val="704CA2"/>
          </a:solidFill>
          <a:ln w="12700">
            <a:solidFill>
              <a:srgbClr val="704CA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406640" y="2788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0600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Kunde eigene Schrift, einheitliches Maßraster — sofort in Illustrator nutzbar.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Abend selbst ausprobieren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Werkzeuge, drei davon kostenlos. Eine Stunde reicht für ein erstes „Aha“.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64008" cy="132588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474720" y="1965960"/>
            <a:ext cx="960120" cy="237744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3474720" y="19659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Pro-Konto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88720" y="22585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Allrounder: Chat, Datei-Upload, lange Texte. Stärker bei R/Python als ChatGPT.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88720" y="28163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17720" y="178308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4617720" y="1783080"/>
            <a:ext cx="64008" cy="13258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(Google)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726680" y="1965960"/>
            <a:ext cx="960120" cy="23774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1"/>
          <p:cNvSpPr/>
          <p:nvPr/>
        </p:nvSpPr>
        <p:spPr>
          <a:xfrm>
            <a:off x="7726680" y="19659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440680" y="22585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Spielwiese für Gemini-Modelle. Sofort loslegen, Datei-Upload, Multimodal — ohne Konto-Hürden.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440680" y="28163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65760" y="324612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8872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Claude Code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3474720" y="3429000"/>
            <a:ext cx="960120" cy="237744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8"/>
          <p:cNvSpPr/>
          <p:nvPr/>
        </p:nvSpPr>
        <p:spPr>
          <a:xfrm>
            <a:off x="3474720" y="3429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20 €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88720" y="3721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direkt im Editor. Ganzes Projekt im Kontext — perfekt für R-Skripte und Konfigs.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188720" y="42793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617720" y="324612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2"/>
          <p:cNvSpPr/>
          <p:nvPr/>
        </p:nvSpPr>
        <p:spPr>
          <a:xfrm>
            <a:off x="4617720" y="3246120"/>
            <a:ext cx="64008" cy="132588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2900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44068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(Anthropic)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7726680" y="3429000"/>
            <a:ext cx="960120" cy="237744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5"/>
          <p:cNvSpPr/>
          <p:nvPr/>
        </p:nvSpPr>
        <p:spPr>
          <a:xfrm>
            <a:off x="7726680" y="3429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5440680" y="37216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Desktop-KI für Datei-Aufgaben: organisieren, umbenennen, konvertieren — wie ein Praktikant am Mac.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440680" y="42793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claude.com/cowork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Vorschlag: Patrick + Jeremy schicken sich heute Abend gegenseitig eine Aufgabe — wer löst sie schneller mit welchem Tool?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 · BEST PRACTICE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der Splintnet-Werkstatt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schon gebaut haben — fünf Beispiele, die heute produktiv laufen.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64008" cy="54864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17556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für Kommunikation mit Kunden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19842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Reagieren auf Anfragen, beantworten Routinefragen, eskalieren bei Bedarf an Menschen.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295144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365760" y="2295144"/>
            <a:ext cx="64008" cy="5486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14016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23591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Voice-KI-Agent für Kundenanrufe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05840" y="25877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Nimmt Anrufe entgegen, beantwortet Standardfragen direkt, leitet komplexe Fälle weiter.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2898648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365760" y="2898648"/>
            <a:ext cx="64008" cy="548640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17520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5840" y="29626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Mail-Erstellung aus Unternehmenswissen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05840" y="31912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Draftet Mails auf Basis von Wikis, Dokumentation und Code — landet als Entwurf, du sendest.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3502152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3"/>
          <p:cNvSpPr/>
          <p:nvPr/>
        </p:nvSpPr>
        <p:spPr>
          <a:xfrm>
            <a:off x="365760" y="3502152"/>
            <a:ext cx="64008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621024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05840" y="35661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Asset-Generator (SVGs, Icons, Karten)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005840" y="37947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Tabelle/CSV rein → fertige Vektor-Assets im definierten Stil raus. Massenproduktion ohne Klick-Marathon in Illustrator.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105656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7"/>
          <p:cNvSpPr/>
          <p:nvPr/>
        </p:nvSpPr>
        <p:spPr>
          <a:xfrm>
            <a:off x="365760" y="4105656"/>
            <a:ext cx="64008" cy="548640"/>
          </a:xfrm>
          <a:prstGeom prst="rect">
            <a:avLst/>
          </a:prstGeom>
          <a:solidFill>
            <a:srgbClr val="335890"/>
          </a:solidFill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24528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05840" y="4169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Datenimport-Agent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005840" y="43982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tausende Datensätze, normalisiert Schreibweisen, verteilt strukturiert in Zielsysteme.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Welt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kostet euch Zeit? Was nervt? Was geht oft schief?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3 · DIALOG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Fragen — eure Antworten im Spiegel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habt schon geantwortet — danke! Wir gehen die Themen kurz durch, ergänzen was fehlt, priorisieren live.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4160520" cy="54864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dauert lange?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36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Tätigkeit zieht sich, obwohl sie eigentlich schnell sein sollte?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169164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4617720" y="1691640"/>
            <a:ext cx="4160520" cy="5486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wiederholt sich?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84632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Schritte macht ihr in (fast) jedem Auftrag wieder neu?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20040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365760" y="3200400"/>
            <a:ext cx="4160520" cy="54864"/>
          </a:xfrm>
          <a:prstGeom prst="rect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747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fehleranfällig?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entstehen Tippfehler, Versionschaos, vergessene Übersetzungen?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17720" y="3200400"/>
            <a:ext cx="416052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3"/>
          <p:cNvSpPr/>
          <p:nvPr/>
        </p:nvSpPr>
        <p:spPr>
          <a:xfrm>
            <a:off x="4617720" y="3200400"/>
            <a:ext cx="4160520" cy="54864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7472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4068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macht keinen Spaß?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484632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Aufgabe schiebt ihr regelmäßig auf?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3 · DIALOG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Pain Points — fünf Cluster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euren Antworten verdichtet.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02920" y="1810512"/>
            <a:ext cx="365760" cy="365760"/>
          </a:xfrm>
          <a:prstGeom prst="ellipse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7647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Liniensignets pflegen.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201168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Erstellen und anpassen für PWA und ILNP — Hex-Farben, Schriften pro Kunde, SVG-Export. Hochfrequent.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02920" y="2432304"/>
            <a:ext cx="365760" cy="36576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0292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3865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Fahrplantabellen umfärben.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26334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Kunden in S/W — in Illustrator nach Verkehrstag einfärben (Mo–Fr grün, Sa blau, So/Ftg rot). Vestische, SWB.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35224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02920" y="3054096"/>
            <a:ext cx="365760" cy="365760"/>
          </a:xfrm>
          <a:prstGeom prst="ellipse">
            <a:avLst/>
          </a:prstGeom>
          <a:solidFill>
            <a:srgbClr val="E63312"/>
          </a:solidFill>
          <a:ln w="12700">
            <a:solidFill>
              <a:srgbClr val="E633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292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0083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SLNP-Unterebenen synchronisieren.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5840" y="32552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Änderung im Hauptplan muss auf jeder Unterebene für Einzellinien nachgezogen werden.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557016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365760" cy="36576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29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630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GIS-Karten aufbereiten.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05840" y="38770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GIS kommt PDF + SVG mit eigener Ebenenstruktur — Umbau, Farben, Schriften, Zeichenflächen anpassen.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178808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502920" y="4297680"/>
            <a:ext cx="365760" cy="365760"/>
          </a:xfrm>
          <a:prstGeom prst="ellipse">
            <a:avLst/>
          </a:prstGeom>
          <a:solidFill>
            <a:srgbClr val="335890"/>
          </a:solidFill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2519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PNG-Export verliert Outlines.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05840" y="44988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 bei HST-Symbolen und Schriften verschwinden beim PNG-Spielen. Druck-Probleme.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Lösungsvorschläge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für diese Woche — und größere Bauten für die Schublade.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LÖSUNGEN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— diese Woche umsetzbar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Veränderungen, sofort spürbar, ohne IT-Projekt.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9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0292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Anfrage-Mail in Claude → 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„Erstelle Tabelle: Linie / Hex / Kunde / Schrift.“ Kein Copy/Paste mehr aus Mails.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8412480" cy="502920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29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Liniensignets aus Tabelle generieren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 Claude → 50 SVG-Signets als ZIP. Direkt in Illustrator ziehen.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2920" y="3154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Hex-Farben aus Bildern auslesen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min/Bild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Logo/Vorlage hochladen → „Liste alle Markenfarben mit Hex.“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292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PDF-Outline-Check vor Druck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Setup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Mini-Skript in Cursor: prüft, ob Schriften als Pfade vorliegen — fängt Outline-Bugs.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0292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über Tabelle automatisieren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Mail-Pingpong: Projektteam pflegt Liste, Grafik holt sie ab.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LÖSUNGEN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Mittelfristig — wenn ein Pain Point größer ist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Bauarbeiten, die sich lohnen, wenn ein Thema regelmäßig 30 % der Zeit kostet.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1856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Liniensignet-Web-Tool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21305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/ CSV-Upload / Mail-Forward → SVG-Paket. Schriften pro Kunde, einheitliches Maßraster, sofort einsatzbereit.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532888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365760" y="2532888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70048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2606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Anfrage-Inbox-Bot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97280" y="28803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Signet-Anfragen aus Mails, prüft auf Vollständigkeit, erstellt strukturierte Tabelle. Grafik bekommt nur noch fertige Listen.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282696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365760" y="3282696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19856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33558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GIS-Karten-Pre-Processor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97280" y="363016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PDF/SVG vom GIS rein → erkennt typische Ebenenstrukturen, schlägt Umbau vor. Vorbereitete Datei landet in Illustrator.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4032504"/>
            <a:ext cx="84124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3"/>
          <p:cNvSpPr/>
          <p:nvPr/>
        </p:nvSpPr>
        <p:spPr>
          <a:xfrm>
            <a:off x="365760" y="4032504"/>
            <a:ext cx="54864" cy="685800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69664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41056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Asset-Validator vor Druck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097280" y="437997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Pre-Export-Check: prüft Outlines, Schriften, Farbprofile, Mindestauflösungen. Outline-Bugs werden gefangen, bevor sie in den Druck gehen.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0"/>
          </a:xfrm>
          <a:prstGeom prst="line">
            <a:avLst/>
          </a:prstGeom>
          <a:noFill/>
          <a:ln w="381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3716"/>
            <a:ext cx="118872" cy="118872"/>
          </a:xfrm>
          <a:prstGeom prst="ellipse">
            <a:avLst/>
          </a:prstGeom>
          <a:solidFill>
            <a:srgbClr val="E633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63040" y="13716"/>
            <a:ext cx="118872" cy="118872"/>
          </a:xfrm>
          <a:prstGeom prst="ellipse">
            <a:avLst/>
          </a:prstGeom>
          <a:solidFill>
            <a:srgbClr val="0030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0" y="13716"/>
            <a:ext cx="118872" cy="118872"/>
          </a:xfrm>
          <a:prstGeom prst="ellipse">
            <a:avLst/>
          </a:prstGeom>
          <a:solidFill>
            <a:srgbClr val="F4B4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92608"/>
            <a:ext cx="45720" cy="256032"/>
          </a:xfrm>
          <a:prstGeom prst="rect">
            <a:avLst/>
          </a:prstGeom>
          <a:solidFill>
            <a:srgbClr val="003063"/>
          </a:solidFill>
          <a:ln w="12700">
            <a:solidFill>
              <a:srgbClr val="0030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LÖSUNGEN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Tool-Kompass — was wann lohnt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5720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8412480" cy="384048"/>
          </a:xfrm>
          <a:prstGeom prst="rect">
            <a:avLst/>
          </a:prstGeom>
          <a:solidFill>
            <a:srgbClr val="003063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554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Einsatz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38528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02920" y="1938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(Web/App)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17520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 Text- &amp; Datenarbeit, lange Kontexte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9385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→ Tabelle, CSV → SVG, Briefings analysieren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22576"/>
            <a:ext cx="8412480" cy="384048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17520" y="2322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Breit, viele Plugins, Dateien per Drag&amp;Drop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3225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Bildanalyse, schnelles Probieren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06624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2920" y="27066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(Google)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17520" y="27066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Kostenlose Spielwiese, multimodal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27066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analysieren, Hex-Farben auslesen, ohne Konto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090672"/>
            <a:ext cx="8412480" cy="384048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02920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Pro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1752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Hochwertige Standard-Übersetzungen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090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Fließtexte, Briefe, längere Texte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02920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017520" y="3474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Quellenbasierte Recherche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3474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Briefings, Styleguides, Vorlagen zusammenfassen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858768"/>
            <a:ext cx="8412480" cy="384048"/>
          </a:xfrm>
          <a:prstGeom prst="rect">
            <a:avLst/>
          </a:prstGeom>
          <a:solidFill>
            <a:srgbClr val="F4F6F9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02920" y="3858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/ MacWhisper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017520" y="38587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Audio-Transkription, lokal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858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Auftraggeber-Calls, Workshops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242816"/>
            <a:ext cx="84124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502920" y="4242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Cursor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017520" y="4242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Editor — Kontext bleibt erhalten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42428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Helfer-Skripte, Validator, Web-Tools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3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Claude Pro/Team-Konto im Team teilen — gleiche Prompts, gleicher Tonfall, keine Public-Daten.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Baumgardt Consultants  ·  KI-Workshop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2700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Workshop-Materialien, Tool-Liste &amp; Prompts → folgen per Mail.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solidFill>
            <a:srgbClr val="0E1A2E"/>
          </a:solidFill>
          <a:ln w="9525">
            <a:solidFill>
              <a:srgbClr val="3358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Jonas Imping  ·  Splintnet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j.imping@splintnet.de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 ·  Baumgardt Consultants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1962</Words>
  <Application>Microsoft Macintosh PowerPoint</Application>
  <PresentationFormat>On-screen Show (16:9)</PresentationFormat>
  <Paragraphs>319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Baumgardt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KI-Workshop GIS-Abteilung</dc:title>
  <dc:subject>PptxGenJS Presentation</dc:subject>
  <dc:creator>Jonas / Splintnet</dc:creator>
  <cp:lastModifiedBy>Jonas Imping</cp:lastModifiedBy>
  <cp:revision>2</cp:revision>
  <dcterms:created xsi:type="dcterms:W3CDTF">2026-06-08T11:22:55Z</dcterms:created>
  <dcterms:modified xsi:type="dcterms:W3CDTF">2026-06-09T10:23:28Z</dcterms:modified>
</cp:coreProperties>
</file>