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19050">
            <a:solidFill>
              <a:srgbClr val="3358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1270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12700">
            <a:solidFill>
              <a:srgbClr val="E633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19050">
            <a:solidFill>
              <a:srgbClr val="3358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960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1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960120"/>
            <a:ext cx="146304" cy="146304"/>
          </a:xfrm>
          <a:prstGeom prst="ellipse">
            <a:avLst/>
          </a:prstGeom>
          <a:solidFill>
            <a:srgbClr val="F4B400"/>
          </a:solidFill>
          <a:ln w="12700">
            <a:solidFill>
              <a:srgbClr val="001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960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960120"/>
            <a:ext cx="146304" cy="146304"/>
          </a:xfrm>
          <a:prstGeom prst="ellipse">
            <a:avLst/>
          </a:prstGeom>
          <a:solidFill>
            <a:srgbClr val="F4B400"/>
          </a:solidFill>
          <a:ln w="12700">
            <a:solidFill>
              <a:srgbClr val="001E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960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1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KI-Workshop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im ÖPNV-Marketing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6576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· Pain Points · Lösungen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   ·   Moderation: Jonas Imping (Splintnet)   ·   Baumgardt Consultants, Berlin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heute zusammen tun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0020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Kurz-Vortrag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18470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steht KI 2026? Was ist neu, was ist Werkzeug, was ist Hype.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24028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194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4871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 in Produktion, Daten live, R-Skripte, Tools zum Selbst-Probieren.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288036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2834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Dialog: Pain Points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1272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verbrennt ihr Zeit? Was nervt, was wiederholt sich, was geht oft schief?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352044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474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Lösungsvorschläge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7673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Tools und Workflows zu euren Themen.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416052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41148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44074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Take-aways, Q&amp;A, nächste Schritte.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80960" y="4160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Versprechen für heute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00200"/>
            <a:ext cx="8412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00200"/>
            <a:ext cx="73152" cy="86868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0992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basteln im Live-Betrieb.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2057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kenne euer Tagesgeschäft nicht im Detail. Sobald ihr konkrete Probleme nennt, suchen wir gemeinsam live nach Lösungen — manche werden sitzen, manche nicht. Beides ist wertvoll.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06040"/>
            <a:ext cx="73152" cy="8686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157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 statt abstrakt.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reden nicht über „KI im Allgemeinen“, sondern über echte Praxisexperimente und Best-Practice-Herangehensweisen.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11880"/>
            <a:ext cx="73152" cy="86868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21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seid die Expert:innen.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kenne KI. Ihr kennt euer Tagesgeschäft. Beste Lösungen entstehen, wenn beides aufeinandertrifft.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0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298448"/>
            <a:ext cx="146304" cy="146304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2984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steht KI 2026?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Dinge, die ihr wissen solltet — bevor wir über Werkzeuge reden.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1 · KI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ist (heute) ein sehr guter Praktikant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08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Schnell, breit gebildet, schreibt fließend in 30 Sprachen, arbeitet rund um die Uhr — aber: kennt euren Auftraggeber nicht, lügt manchmal selbstbewusst, vergisst alles nach dem Gespräch.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023360" cy="242316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9572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2377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 sehr gut kann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2788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umformulieren, übersetzen, kürzen, anpassen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 und PDFs lesen, daraus extrahieren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und Icons generieren oder bearbeiten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und Skripte schreiben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Strukturieren, sortieren, vergleichen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0" y="2286000"/>
            <a:ext cx="4206240" cy="242316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39572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74920" y="23774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KI gerne danebenliegt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709160" y="278892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Genaue Daten erfinden (Adressen, Datum, Linien)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 Fahrpläne kennen ohne Quelle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internen Kunden-Konventionen treffen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Geometrie millimetergenau platzieren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Vertrauliches gehört nicht in Public-Tools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1 · KI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sich 2025/26 wirklich verändert hat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09344"/>
            <a:ext cx="548640" cy="548640"/>
          </a:xfrm>
          <a:prstGeom prst="ellipse">
            <a:avLst/>
          </a:prstGeom>
          <a:solidFill>
            <a:srgbClr val="F4F6F9"/>
          </a:solidFill>
          <a:ln w="19050">
            <a:solidFill>
              <a:srgbClr val="00306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19072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5910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Längeres Gedächtnis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18836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 können ganze Aushang-Serien, Briefings oder Auftraggeber-Styleguides als Kontext halten — nicht nur einzelne Sätze.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1480" y="2386584"/>
            <a:ext cx="548640" cy="548640"/>
          </a:xfrm>
          <a:prstGeom prst="ellipse">
            <a:avLst/>
          </a:prstGeom>
          <a:solidFill>
            <a:srgbClr val="F4F6F9"/>
          </a:solidFill>
          <a:ln w="19050">
            <a:solidFill>
              <a:srgbClr val="F4B4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49631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682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 benutzen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143000" y="2660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ruft Tools selbst auf: liest CSVs, ruft Daten aus eurem Drive ab, schreibt Dateien. Keine Copy/Paste-Akrobatik mehr.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11480" y="3163824"/>
            <a:ext cx="548640" cy="548640"/>
          </a:xfrm>
          <a:prstGeom prst="ellipse">
            <a:avLst/>
          </a:prstGeom>
          <a:solidFill>
            <a:srgbClr val="F4F6F9"/>
          </a:solidFill>
          <a:ln w="19050">
            <a:solidFill>
              <a:srgbClr val="E6331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7355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31455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im Workflow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43000" y="343814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Adobe, Office, Browser, Editor — KI sitzt da, wo ihr ohnehin arbeitet. Kein Aufruf einer extra Web-App nötig.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11480" y="3941064"/>
            <a:ext cx="548640" cy="548640"/>
          </a:xfrm>
          <a:prstGeom prst="ellipse">
            <a:avLst/>
          </a:prstGeom>
          <a:solidFill>
            <a:srgbClr val="F4F6F9"/>
          </a:solidFill>
          <a:ln w="19050">
            <a:solidFill>
              <a:srgbClr val="1F8A4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05079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43000" y="39227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Privater Einsatz möglich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143000" y="42153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Business-Konten + lokale Modelle: Auftraggeberdaten müssen nicht mehr ins Public-Web.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1 · KI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Datenschutz: Auftraggeberdaten gehören geschützt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08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Faustregel: Was nicht in eine öffentliche E-Mail dürfte, gehört auch nicht in einen Gratis-Chatbot.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279806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03120"/>
            <a:ext cx="2798064" cy="45720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2140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Eher unkritisch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Allgemeine Texte umformulieren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Fahrpläne / GTFS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Skripte, Mockups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ohne Personen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103120"/>
            <a:ext cx="279806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2103120"/>
            <a:ext cx="2798064" cy="4572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12140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Vorsicht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269748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Briefings ohne Namen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Adressdaten (mit Maske)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Layout-Mockups mit Logos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Diskussionsentwürfe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103120"/>
            <a:ext cx="279806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2103120"/>
            <a:ext cx="2798064" cy="45720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12140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 für Public-Tools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269748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Unveröffentlichte Konzepte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Vertragsdetails / Honorare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Personenbezogene Listen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NDA-Daten der Auftraggeber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12984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298448"/>
            <a:ext cx="146304" cy="146304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298448"/>
            <a:ext cx="146304" cy="146304"/>
          </a:xfrm>
          <a:prstGeom prst="ellipse">
            <a:avLst/>
          </a:prstGeom>
          <a:solidFill>
            <a:srgbClr val="E633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1298448"/>
            <a:ext cx="146304" cy="146304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2984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Demos aus eurer Welt: SEV-Texte, Excel-Daten, Übersetzungen, Bilder, Custom-Tools.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 — was 2026 produktiv läuft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zwei Jahren noch Demo. Heute liest, schreibt, validiert, antwortet KI selbstständig — mit eurer Aufsicht.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83080"/>
            <a:ext cx="2798064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83080"/>
            <a:ext cx="2798064" cy="64008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1892808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Mail-Draft-Agent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0352" y="2560320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Posteingang, draftet Antworten in deinem Stil — du klickst ‚Senden' oder bearbeitest.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0352" y="3611880"/>
            <a:ext cx="247802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370332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0352" y="3886200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Auftraggeber-Anfragen werden vorsortiert, Standardantworten draften sich selbst.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0" y="1783080"/>
            <a:ext cx="2798064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0400" y="1783080"/>
            <a:ext cx="2798064" cy="6400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92024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40480" y="1892808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Datenaufnahme-Bot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364992" y="2560320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Nimmt strukturierte Daten an, validiert, schreibt in DB, fragt bei Lücken nach.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364992" y="3611880"/>
            <a:ext cx="247802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64992" y="370332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64992" y="3886200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neue Haltestelle wird gemeldet → Bot prüft Schreibweise, ergänzt Koordinaten, legt Eintrag an.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035040" y="1783080"/>
            <a:ext cx="2798064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035040" y="1783080"/>
            <a:ext cx="2798064" cy="64008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75120" y="1892808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Kommunikations-Assistent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199632" y="2560320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Slack/Mail-Threads, fasst zusammen, draftet Status-Reports und To-Do-Listen.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199632" y="3611880"/>
            <a:ext cx="247802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199632" y="370332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199632" y="3886200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vor jedem Meeting eine 5-Zeilen-Zusammenfassung des letzten Stands.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Daten reden lassen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GeoJSON, DB-Export, Fahrplantabelle — Datei rein, Frage in normaler Sprache, Antwort in Sekunden.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83080"/>
            <a:ext cx="4114800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01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28600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öffnen, Spalten suchen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setzen, sortieren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Pivot-Tabelle ad hoc bauen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Hand zwei DBs vergleichen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Tippfehler bleiben unentdeckt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Update beginnt es von vorn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783080"/>
            <a:ext cx="4114800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801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Claude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28600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per Drag &amp; Drop reinziehen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„Liste alle Haltestellen Linie 5 nach Reihenfolge“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„Welche Stops haben in DB-A andere IDs als in DB-B?“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„Bestimme Linienverlauf aus dieser Fahrplantabelle“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„Wo sind Tippfehler, Dubletten, Lücken?“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+ Tabelle + CSV-Export — alles in Sekunden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R-Skript anpassen mit Cursor + Claude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ChatGPT in 5 Versuchen nicht hinbekommt, geht im KI-Editor in einem — weil der ganze Skript-Kontext da ist.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83080"/>
            <a:ext cx="4206240" cy="2377440"/>
          </a:xfrm>
          <a:prstGeom prst="rect">
            <a:avLst/>
          </a:prstGeom>
          <a:solidFill>
            <a:srgbClr val="0E1A2E"/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 · Ausgangs-Skript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library(sf); library(geojsonio)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&lt;- read.csv("haltestellen.csv")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stops_sf &lt;- st_as_sf(stops,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coords = c("lon", "lat"),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crs = 4326)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geojson_write(stops_sf,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file = "out.geojson")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Cursor-Prompt:  „Erweitere das Skript: Filter Linien-IDs aus stops$line_id, gruppiere nach Linie, schreibe pro Linie eine eigene GeoJSON-Datei.“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4114800" cy="2377440"/>
          </a:xfrm>
          <a:prstGeom prst="rect">
            <a:avLst/>
          </a:prstGeom>
          <a:solidFill>
            <a:srgbClr val="0A2E1A"/>
          </a:solidFill>
          <a:ln w="12700">
            <a:solidFill>
              <a:srgbClr val="0A2E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· in 30 Sek angepasst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19456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library(sf); library(geojsonio)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library(dplyr)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&lt;- read.csv("haltestellen.csv")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stops_sf &lt;- st_as_sf(stops,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coords = c("lon", "lat"), crs = 4326)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stops_sf %&gt;% group_by(line_id) %&gt;%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group_walk(~ geojson_write(.x,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file = paste0("line_", .y$line_id,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".geojson")))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Abend selbst ausprobieren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Werkzeuge, drei davon kostenlos. Eine Stunde reicht für ein erstes „Aha“.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8308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83080"/>
            <a:ext cx="64008" cy="132588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6596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474720" y="1965960"/>
            <a:ext cx="960120" cy="237744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0" y="19659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Pro-Konto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88720" y="22585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Allrounder: Chat, Datei-Upload, lange Texte. Stärker bei R/Python als ChatGPT.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88720" y="28163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17720" y="178308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17720" y="1783080"/>
            <a:ext cx="64008" cy="13258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4068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 (Google)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7726680" y="1965960"/>
            <a:ext cx="960120" cy="237744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26680" y="19659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440680" y="22585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Spielwiese für Gemini-Modelle. Sofort loslegen, Datei-Upload, Multimodal — ohne Konto-Hürden.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440680" y="28163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65760" y="324612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65760" y="3246120"/>
            <a:ext cx="64008" cy="132588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29000"/>
            <a:ext cx="457200" cy="4572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8872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Claude Code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3474720" y="3429000"/>
            <a:ext cx="960120" cy="237744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474720" y="3429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20 €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88720" y="37216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direkt im Editor. Ganzes Projekt im Kontext — perfekt für R-Skripte und Konfigs.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1188720" y="42793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617720" y="324612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617720" y="3246120"/>
            <a:ext cx="64008" cy="132588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29000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44068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(Anthropic)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7726680" y="3429000"/>
            <a:ext cx="960120" cy="237744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726680" y="3429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5440680" y="37216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Desktop-KI für Datei-Aufgaben: organisieren, umbenennen, konvertieren — wie ein Praktikant am Mac.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5440680" y="42793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claude.com/cowork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Vorschlag: Patrick + Jeremy schicken sich heute Abend gegenseitig eine Aufgabe — wer löst sie schneller mit welchem Tool?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der Splintnet-Werkstatt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schon gebaut haben — fünf Beispiele, die heute produktiv laufen.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91640"/>
            <a:ext cx="64008" cy="54864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0512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17556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 für Kommunikation mit Kunden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19842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Reagieren auf Anfragen, beantworten Routinefragen, eskalieren bei Bedarf an Menschen.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295144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295144"/>
            <a:ext cx="64008" cy="5486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14016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23591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Voice-KI-Agent für Kundenanrufe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05840" y="25877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Nimmt Anrufe entgegen, beantwortet Standardfragen direkt, leitet komplexe Fälle weiter.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2898648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5760" y="2898648"/>
            <a:ext cx="64008" cy="54864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05840" y="296265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Mail-Erstellung aus Unternehmenswissen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005840" y="319125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Draftet Mails auf Basis von Wikis, Dokumentation und Code — landet als Entwurf, du sendest.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65760" y="3502152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65760" y="3502152"/>
            <a:ext cx="64008" cy="54864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21024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05840" y="356616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Selbstprogrammierende ToDo-Agenten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005840" y="379476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Lesen ToDos, schreiben Code, eröffnen Pull Requests — und reviewen die Arbeit anderer Agenten.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65760" y="4105656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65760" y="4105656"/>
            <a:ext cx="64008" cy="548640"/>
          </a:xfrm>
          <a:prstGeom prst="rect">
            <a:avLst/>
          </a:prstGeom>
          <a:solidFill>
            <a:srgbClr val="335890"/>
          </a:solidFill>
          <a:ln w="12700">
            <a:solidFill>
              <a:srgbClr val="335890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24528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05840" y="4169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Datenimport-Agent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005840" y="43982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tausende Datensätze, normalisiert Schreibweisen, verteilt strukturiert in Zielsysteme.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0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Welt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kostet euch Zeit? Was nervt? Was geht oft schief?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3 · DIALOG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Fragen — eure Antworten im Spiegel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habt schon geantwortet — danke! Wir gehen die Themen kurz durch, ergänzen was fehlt, priorisieren live.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91640"/>
            <a:ext cx="416052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91640"/>
            <a:ext cx="4160520" cy="54864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6596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dauert lange?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4360" y="2514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Tätigkeit zieht sich, obwohl sie eigentlich schnell sein sollte?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1691640"/>
            <a:ext cx="416052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17720" y="1691640"/>
            <a:ext cx="4160520" cy="54864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wiederholt sich?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846320" y="2514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Schritte macht ihr in (fast) jedem Auftrag wieder neu?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3200400"/>
            <a:ext cx="416052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5760" y="3200400"/>
            <a:ext cx="4160520" cy="54864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7472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88720" y="3401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fehleranfällig?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59436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entstehen Tippfehler, Versionschaos, vergessene Übersetzungen?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17720" y="3200400"/>
            <a:ext cx="416052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617720" y="3200400"/>
            <a:ext cx="4160520" cy="54864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7472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40680" y="3401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macht keinen Spaß?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484632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Aufgabe schiebt ihr regelmäßig auf?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3 · DIALOG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Pain Points — sechs Cluster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euren Antworten verdichtet.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9164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28800"/>
            <a:ext cx="868680" cy="22860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288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17373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Haltestellen-Pflege ist Dauerbaustelle.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1965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Größen, Beschriftungen, Linien, Auskunft-IDs — pro Zoomstufe neu. Wiederkehrend, no-fun, viel Zeit.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21992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59152"/>
            <a:ext cx="868680" cy="22860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591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63040" y="22677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Datenquellen → Karte: fehleranfälliger Übergang.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24963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Patrick: Linienverlauf aus Fahrplantabellen ableiten. Jeremy: Datenbanken abgleichen — verschiedene Namen/IDs.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752344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89504"/>
            <a:ext cx="868680" cy="22860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895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2798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Linien an Knotenpunkten ändern.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3026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Hinzufügen, verlegen, entfernen in bestehenden Netzen — dauert lange.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282696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19856"/>
            <a:ext cx="868680" cy="2286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1985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63040" y="33284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R-Skripte für GeoJSONs anpassen.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35570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Langwierig. ChatGPT hilft oft nicht — Workaround dauert. Macht keinen Spaß.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813048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50208"/>
            <a:ext cx="868680" cy="2286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502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63040" y="38587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Konfigurationsdateien — Leerzeichen entscheiden!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63040" y="4087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Fehleranfällig, no-fun. Jeder unsichtbare Tippfehler kann den Server kosten.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480560"/>
            <a:ext cx="868680" cy="2286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4805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463040" y="43891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QGIS-Vorschau ≠ Web-Karte.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463040" y="4617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Verlass auf QGIS-Darstellung — was dort gut aussieht, sieht im Web anders aus.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0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Lösungsvorschläge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für diese Woche — und größere Bauten für die Schublade.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 · LÖSUNGEN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— diese Woche umsetzbar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Veränderungen, sofort spürbar, ohne IT-Projekt.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83080"/>
            <a:ext cx="8412480" cy="36576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8412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statt ChatGPT für R-Skripte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Sonnet/Opus liefert oft brauchbares R, wo ChatGPT scheitert. Wechsel kostet nichts.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8412480" cy="502920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Fahrplantabellen mit Claude lesen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min/Tabelle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PDF/Excel hochladen → „Bestimme Halt-Reihenfolge, gib als CSV zurück.“ Linienverlauf strukturiert.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54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DB-Diff mit Fuzzy-Matching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Listen in Claude → matcht ähnliche Namen (Schreibweisen, IDs), listet Konflikte.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502920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Konfig-Validator vor Save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3657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657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Mini-Skript prüft Leerzeichen, Schema, Tippfehler. Pre-Commit-Hook im Editor.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Haltestellen-Batch-Skript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Quell-CSV → automatisch QGIS-Style/Symbol-Größen für alle Zoomstufen.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 · LÖSUNGEN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Mittelfristig — wenn ein Pain Point größer ist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Bauarbeiten, die sich lohnen, wenn ein Thema regelmäßig 30 % der Zeit kostet.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83080"/>
            <a:ext cx="84124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83080"/>
            <a:ext cx="54864" cy="68580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1856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Haltestellen-Tool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21305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Web-UI oder QGIS-Plugin: eine Quelldatei → automatisch alle Zoomstufen-Versionen mit korrekten Größen, Beschriftungen, Auskunft-IDs.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532888"/>
            <a:ext cx="84124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532888"/>
            <a:ext cx="54864" cy="68580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70048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7280" y="2606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R-Skript-Bibliothek + Cursor/Claude Code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97280" y="28803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für die häufigsten GeoJSON-Anpassungen. Mit KI-Editor erweitern statt jedes Mal von vorn.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3282696"/>
            <a:ext cx="84124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5760" y="3282696"/>
            <a:ext cx="54864" cy="68580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19856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33558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DB-Abgleichs-Pipeline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097280" y="363016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Wiederholbares Skript mit Fuzzy-Matching für Namen/IDs. Reportet Konflikte automatisch — kein manuelles Suchen mehr.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65760" y="4032504"/>
            <a:ext cx="84124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65760" y="4032504"/>
            <a:ext cx="54864" cy="68580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9664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97280" y="41056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Konfig-Validator-UI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097280" y="437997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Schema-basierte Live-Validierung mit Highlighting. Leerzeichenfehler werden sichtbar, bevor sie Schaden anrichten.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 · LÖSUNGEN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Tool-Kompass — was wann lohnt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54480"/>
            <a:ext cx="8412480" cy="384048"/>
          </a:xfrm>
          <a:prstGeom prst="rect">
            <a:avLst/>
          </a:prstGeom>
          <a:solidFill>
            <a:srgbClr val="003063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554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Typischer Einsatz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38528"/>
            <a:ext cx="84124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938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(Web/App)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17520" y="19385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 Text- &amp; Datenarbeit, lange Kontexte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19385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Aushänge, Briefings, CSV-Analyse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322576"/>
            <a:ext cx="8412480" cy="384048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17520" y="23225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Breit, viele Plugins, Dateien per Drag&amp;Drop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3225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Übersetzungen, Bilder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706624"/>
            <a:ext cx="84124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7066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Firefly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17520" y="27066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&amp; Bild im Adobe-Kosmos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27066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Fill, Symbole, Layout-Mockups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090672"/>
            <a:ext cx="8412480" cy="384048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090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Pro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01752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Hochwertige Standard-Übersetzungen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3090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Fließtexte, Briefe, längere Texte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84124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017520" y="3474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Quellenbasierte Recherche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34747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Briefings &amp; Studien zusammenfassen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858768"/>
            <a:ext cx="8412480" cy="384048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858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/ MacWhisper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017520" y="38587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Audio-Transkription, lokal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3858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Auftraggeber-Calls, Workshops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242816"/>
            <a:ext cx="84124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242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Cursor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017520" y="42428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im Editor — Kontext bleibt erhalten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42428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R-Skripte, Konfig-Validatoren, QGIS-Helfer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Claude Pro/Team-Konto im Team teilen — gleiche Prompts, gleicher Tonfall, keine Public-Daten.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Workshop-Materialien, Tool-Liste &amp; Prompts → folgen per Mail.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solidFill>
            <a:srgbClr val="0E1A2E"/>
          </a:solidFill>
          <a:ln w="9525">
            <a:solidFill>
              <a:srgbClr val="3358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204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Jonas Imping  ·  Splintnet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j.imping@splintnet.de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  ·  Baumgardt Consultants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Baumgardt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KI-Workshop GIS-Abteilung</dc:title>
  <dc:subject>PptxGenJS Presentation</dc:subject>
  <dc:creator>Jonas / Splintnet</dc:creator>
  <cp:lastModifiedBy>Jonas / Splintnet</cp:lastModifiedBy>
  <cp:revision>1</cp:revision>
  <dcterms:created xsi:type="dcterms:W3CDTF">2026-05-06T06:56:35Z</dcterms:created>
  <dcterms:modified xsi:type="dcterms:W3CDTF">2026-05-06T06:56:35Z</dcterms:modified>
</cp:coreProperties>
</file>